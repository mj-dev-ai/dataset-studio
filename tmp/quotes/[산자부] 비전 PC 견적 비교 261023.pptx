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"/>
  </p:notesMasterIdLst>
  <p:sldIdLst>
    <p:sldId id="256" r:id="rId2"/>
    <p:sldId id="258" r:id="rId3"/>
    <p:sldId id="257" r:id="rId4"/>
  </p:sldIdLst>
  <p:sldSz cx="12192000" cy="6858000"/>
  <p:notesSz cx="6858000" cy="9144000"/>
  <p:embeddedFontLst>
    <p:embeddedFont>
      <p:font typeface="Pretendard" panose="02000503000000020004" pitchFamily="50" charset="-127"/>
      <p:regular r:id="rId6"/>
      <p:bold r:id="rId7"/>
    </p:embeddedFont>
    <p:embeddedFont>
      <p:font typeface="Pretendard Black" panose="02000A03000000020004" pitchFamily="50" charset="-127"/>
      <p:bold r:id="rId8"/>
    </p:embeddedFont>
    <p:embeddedFont>
      <p:font typeface="Pretendard ExtraBold" panose="02000903000000020004" pitchFamily="50" charset="-127"/>
      <p:bold r:id="rId9"/>
    </p:embeddedFont>
    <p:embeddedFont>
      <p:font typeface="Pretendard Medium" panose="02000603000000020004" pitchFamily="50" charset="-127"/>
      <p:regular r:id="rId10"/>
    </p:embeddedFont>
    <p:embeddedFont>
      <p:font typeface="Pretendard SemiBold" panose="02000703000000020004" pitchFamily="50" charset="-127"/>
      <p:bold r:id="rId11"/>
    </p:embeddedFont>
  </p:embeddedFontLst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4A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noFill/>
            </a:ln>
          </a:left>
          <a:right>
            <a:ln w="12700">
              <a:noFill/>
            </a:ln>
          </a:right>
          <a:top>
            <a:ln w="12700">
              <a:noFill/>
            </a:ln>
          </a:top>
          <a:bottom>
            <a:ln w="12700">
              <a:noFill/>
            </a:ln>
          </a:bottom>
          <a:insideH>
            <a:ln w="12700">
              <a:noFill/>
            </a:ln>
          </a:insideH>
          <a:insideV>
            <a:ln w="12700"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lt1"/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lt1"/>
          </a:solidFill>
        </a:fill>
      </a:tcStyle>
    </a:band1V>
    <a:band2V>
      <a:tcStyle>
        <a:tcBdr/>
        <a:fill>
          <a:solidFill>
            <a:schemeClr val="lt1"/>
          </a:solidFill>
        </a:fill>
      </a:tcStyle>
    </a:band2V>
    <a:lastCol>
      <a:tcTxStyle b="on">
        <a:fontRef idx="minor">
          <a:prstClr val="black"/>
        </a:fontRef>
        <a:schemeClr val="dk1"/>
      </a:tcTxStyle>
      <a:tcStyle>
        <a:tcBdr/>
        <a:fill>
          <a:solidFill>
            <a:schemeClr val="lt1"/>
          </a:solidFill>
        </a:fill>
      </a:tcStyle>
    </a:lastCol>
    <a:firstCol>
      <a:tcTxStyle b="on">
        <a:fontRef idx="minor">
          <a:prstClr val="black"/>
        </a:fontRef>
        <a:schemeClr val="dk1"/>
      </a:tcTxStyle>
      <a:tcStyle>
        <a:tcBdr/>
        <a:fill>
          <a:solidFill>
            <a:schemeClr val="lt1"/>
          </a:solidFill>
        </a:fill>
      </a:tcStyle>
    </a:firstCol>
    <a:lastRow>
      <a:tcTxStyle b="on">
        <a:fontRef idx="minor">
          <a:prstClr val="black"/>
        </a:fontRef>
        <a:schemeClr val="dk1"/>
      </a:tcTxStyle>
      <a:tcStyle>
        <a:tcBdr>
          <a:top>
            <a:ln w="12700">
              <a:noFill/>
            </a:ln>
          </a:top>
        </a:tcBdr>
        <a:fill>
          <a:solidFill>
            <a:schemeClr val="l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dk1"/>
      </a:tcTxStyle>
      <a:tcStyle>
        <a:tcBdr>
          <a:bottom>
            <a:ln w="12700">
              <a:noFill/>
            </a:ln>
          </a:bottom>
        </a:tcBdr>
        <a:fill>
          <a:solidFill>
            <a:schemeClr val="l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14" y="114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tableStyles" Target="tableStyles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240835" name="헤더 자리 표시자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/>
          </a:p>
        </p:txBody>
      </p:sp>
      <p:sp>
        <p:nvSpPr>
          <p:cNvPr id="379248967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98F326-38F9-40E9-844A-EC66DA56CEC0}" type="datetimeFigureOut">
              <a:rPr lang="en-US"/>
              <a:t>10/23/2026</a:t>
            </a:fld>
            <a:endParaRPr lang="ko-KR"/>
          </a:p>
        </p:txBody>
      </p:sp>
      <p:sp>
        <p:nvSpPr>
          <p:cNvPr id="1053240836" name="슬라이드 이미지 자리 표시자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/>
          </a:p>
        </p:txBody>
      </p:sp>
      <p:sp>
        <p:nvSpPr>
          <p:cNvPr id="249554377" name="노트 자리 표시자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ko-KR"/>
              <a:t>마스터 텍스트 스타일을 편집합니다</a:t>
            </a:r>
          </a:p>
          <a:p>
            <a:pPr lvl="1"/>
            <a:r>
              <a:rPr lang="ko-KR"/>
              <a:t>둘째 수준</a:t>
            </a:r>
          </a:p>
          <a:p>
            <a:pPr lvl="2"/>
            <a:r>
              <a:rPr lang="ko-KR"/>
              <a:t>셋째 수준</a:t>
            </a:r>
          </a:p>
          <a:p>
            <a:pPr lvl="3"/>
            <a:r>
              <a:rPr lang="ko-KR"/>
              <a:t>넷째 수준</a:t>
            </a:r>
          </a:p>
          <a:p>
            <a:pPr lvl="4"/>
            <a:r>
              <a:rPr lang="ko-KR"/>
              <a:t>다섯째 수준</a:t>
            </a:r>
          </a:p>
        </p:txBody>
      </p:sp>
      <p:sp>
        <p:nvSpPr>
          <p:cNvPr id="609283152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/>
          </a:p>
        </p:txBody>
      </p:sp>
      <p:sp>
        <p:nvSpPr>
          <p:cNvPr id="101032631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4DB33E-DF1A-4DDD-8617-8BEBD58B3BBA}" type="slidenum">
              <a:rPr lang="ko-KR"/>
              <a:t>‹#›</a:t>
            </a:fld>
            <a:endParaRPr 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4543710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3561792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39142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5173CD-74B6-40D3-2722-3479F5693C98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707531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/>
              <a:t>마스터 제목 스타일 편집</a:t>
            </a:r>
          </a:p>
        </p:txBody>
      </p:sp>
      <p:sp>
        <p:nvSpPr>
          <p:cNvPr id="1053240757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/>
              <a:t>마스터 부제목 스타일 편집</a:t>
            </a:r>
          </a:p>
        </p:txBody>
      </p:sp>
      <p:sp>
        <p:nvSpPr>
          <p:cNvPr id="64392842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95B21-E8EE-4505-87E0-7B7F2C3DBBD0}" type="datetimeFigureOut">
              <a:rPr lang="en-US"/>
              <a:t>10/23/2026</a:t>
            </a:fld>
            <a:endParaRPr lang="ko-KR"/>
          </a:p>
        </p:txBody>
      </p:sp>
      <p:sp>
        <p:nvSpPr>
          <p:cNvPr id="105324075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/>
          </a:p>
        </p:txBody>
      </p:sp>
      <p:sp>
        <p:nvSpPr>
          <p:cNvPr id="97404790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C6D5D-A00E-4AA9-84F2-364CBECE0EEA}" type="slidenum">
              <a:rPr lang="ko-KR"/>
              <a:t>‹#›</a:t>
            </a:fld>
            <a:endParaRPr lang="ko-K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927440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706303077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/>
              <a:t>마스터 텍스트 스타일을 편집합니다</a:t>
            </a:r>
          </a:p>
          <a:p>
            <a:pPr lvl="1"/>
            <a:r>
              <a:rPr lang="ko-KR"/>
              <a:t>둘째 수준</a:t>
            </a:r>
          </a:p>
          <a:p>
            <a:pPr lvl="2"/>
            <a:r>
              <a:rPr lang="ko-KR"/>
              <a:t>셋째 수준</a:t>
            </a:r>
          </a:p>
          <a:p>
            <a:pPr lvl="3"/>
            <a:r>
              <a:rPr lang="ko-KR"/>
              <a:t>넷째 수준</a:t>
            </a:r>
          </a:p>
          <a:p>
            <a:pPr lvl="4"/>
            <a:r>
              <a:rPr lang="ko-KR"/>
              <a:t>다섯째 수준</a:t>
            </a:r>
          </a:p>
        </p:txBody>
      </p:sp>
      <p:sp>
        <p:nvSpPr>
          <p:cNvPr id="956743691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09E6-1126-4CCC-8F95-892B304C12E9}" type="datetimeFigureOut">
              <a:rPr lang="en-US"/>
              <a:t>10/23/2026</a:t>
            </a:fld>
            <a:endParaRPr lang="ko-KR"/>
          </a:p>
        </p:txBody>
      </p:sp>
      <p:sp>
        <p:nvSpPr>
          <p:cNvPr id="797814167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/>
          </a:p>
        </p:txBody>
      </p:sp>
      <p:sp>
        <p:nvSpPr>
          <p:cNvPr id="1053240760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D0F9E-EF7E-4C26-8662-25A73F2263DD}" type="slidenum">
              <a:rPr lang="ko-KR"/>
              <a:t>‹#›</a:t>
            </a:fld>
            <a:endParaRPr lang="ko-K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258636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/>
              <a:t>마스터 제목 스타일 편집</a:t>
            </a:r>
          </a:p>
        </p:txBody>
      </p:sp>
      <p:sp>
        <p:nvSpPr>
          <p:cNvPr id="124097066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/>
              <a:t>마스터 텍스트 스타일을 편집합니다</a:t>
            </a:r>
          </a:p>
        </p:txBody>
      </p:sp>
      <p:sp>
        <p:nvSpPr>
          <p:cNvPr id="1016591000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082BF-5467-4883-8896-824F7369BC9A}" type="datetimeFigureOut">
              <a:rPr lang="en-US"/>
              <a:t>10/23/2026</a:t>
            </a:fld>
            <a:endParaRPr lang="ko-KR"/>
          </a:p>
        </p:txBody>
      </p:sp>
      <p:sp>
        <p:nvSpPr>
          <p:cNvPr id="970092401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/>
          </a:p>
        </p:txBody>
      </p:sp>
      <p:sp>
        <p:nvSpPr>
          <p:cNvPr id="611590650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18080-B33E-4073-8615-72D8F5AE8F78}" type="slidenum">
              <a:rPr lang="ko-KR"/>
              <a:t>‹#›</a:t>
            </a:fld>
            <a:endParaRPr lang="ko-K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240763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1053240764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lang="ko-KR"/>
              <a:t>마스터 텍스트 스타일을 편집합니다</a:t>
            </a:r>
          </a:p>
          <a:p>
            <a:pPr lvl="1"/>
            <a:r>
              <a:rPr lang="ko-KR"/>
              <a:t>둘째 수준</a:t>
            </a:r>
          </a:p>
          <a:p>
            <a:pPr lvl="2"/>
            <a:r>
              <a:rPr lang="ko-KR"/>
              <a:t>셋째 수준</a:t>
            </a:r>
          </a:p>
          <a:p>
            <a:pPr lvl="3"/>
            <a:r>
              <a:rPr lang="ko-KR"/>
              <a:t>넷째 수준</a:t>
            </a:r>
          </a:p>
          <a:p>
            <a:pPr lvl="4"/>
            <a:r>
              <a:rPr lang="ko-KR"/>
              <a:t>다섯째 수준</a:t>
            </a:r>
          </a:p>
        </p:txBody>
      </p:sp>
      <p:sp>
        <p:nvSpPr>
          <p:cNvPr id="24476721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lang="ko-KR"/>
              <a:t>마스터 텍스트 스타일을 편집합니다</a:t>
            </a:r>
          </a:p>
          <a:p>
            <a:pPr lvl="1"/>
            <a:r>
              <a:rPr lang="ko-KR"/>
              <a:t>둘째 수준</a:t>
            </a:r>
          </a:p>
          <a:p>
            <a:pPr lvl="2"/>
            <a:r>
              <a:rPr lang="ko-KR"/>
              <a:t>셋째 수준</a:t>
            </a:r>
          </a:p>
          <a:p>
            <a:pPr lvl="3"/>
            <a:r>
              <a:rPr lang="ko-KR"/>
              <a:t>넷째 수준</a:t>
            </a:r>
          </a:p>
          <a:p>
            <a:pPr lvl="4"/>
            <a:r>
              <a:rPr lang="ko-KR"/>
              <a:t>다섯째 수준</a:t>
            </a:r>
          </a:p>
        </p:txBody>
      </p:sp>
      <p:sp>
        <p:nvSpPr>
          <p:cNvPr id="25212327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66248-C912-41CA-84D9-08E1C7982093}" type="datetimeFigureOut">
              <a:rPr lang="en-US"/>
              <a:t>10/23/2026</a:t>
            </a:fld>
            <a:endParaRPr lang="ko-KR"/>
          </a:p>
        </p:txBody>
      </p:sp>
      <p:sp>
        <p:nvSpPr>
          <p:cNvPr id="1053240765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/>
          </a:p>
        </p:txBody>
      </p:sp>
      <p:sp>
        <p:nvSpPr>
          <p:cNvPr id="225309706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B9569-04AF-4288-8880-64CE52ABE7A3}" type="slidenum">
              <a:rPr lang="ko-KR"/>
              <a:t>‹#›</a:t>
            </a:fld>
            <a:endParaRPr lang="ko-K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578801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1053240767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ko-KR"/>
              <a:t>마스터 텍스트 스타일을 편집합니다</a:t>
            </a:r>
          </a:p>
        </p:txBody>
      </p:sp>
      <p:sp>
        <p:nvSpPr>
          <p:cNvPr id="352355888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4"/>
            <a:ext cx="5157787" cy="3684588"/>
          </a:xfrm>
          <a:prstGeom prst="rect">
            <a:avLst/>
          </a:prstGeom>
        </p:spPr>
        <p:txBody>
          <a:bodyPr/>
          <a:lstStyle/>
          <a:p>
            <a:r>
              <a:rPr lang="ko-KR"/>
              <a:t>마스터 텍스트 스타일을 편집합니다</a:t>
            </a:r>
          </a:p>
          <a:p>
            <a:pPr lvl="1"/>
            <a:r>
              <a:rPr lang="ko-KR"/>
              <a:t>둘째 수준</a:t>
            </a:r>
          </a:p>
          <a:p>
            <a:pPr lvl="2"/>
            <a:r>
              <a:rPr lang="ko-KR"/>
              <a:t>셋째 수준</a:t>
            </a:r>
          </a:p>
          <a:p>
            <a:pPr lvl="3"/>
            <a:r>
              <a:rPr lang="ko-KR"/>
              <a:t>넷째 수준</a:t>
            </a:r>
          </a:p>
          <a:p>
            <a:pPr lvl="4"/>
            <a:r>
              <a:rPr lang="ko-KR"/>
              <a:t>다섯째 수준</a:t>
            </a:r>
          </a:p>
        </p:txBody>
      </p:sp>
      <p:sp>
        <p:nvSpPr>
          <p:cNvPr id="1053240768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ko-KR"/>
              <a:t>마스터 텍스트 스타일을 편집합니다</a:t>
            </a:r>
          </a:p>
        </p:txBody>
      </p:sp>
      <p:sp>
        <p:nvSpPr>
          <p:cNvPr id="467100871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4"/>
            <a:ext cx="5183188" cy="3684588"/>
          </a:xfrm>
          <a:prstGeom prst="rect">
            <a:avLst/>
          </a:prstGeom>
        </p:spPr>
        <p:txBody>
          <a:bodyPr/>
          <a:lstStyle/>
          <a:p>
            <a:r>
              <a:rPr lang="ko-KR"/>
              <a:t>마스터 텍스트 스타일을 편집합니다</a:t>
            </a:r>
          </a:p>
          <a:p>
            <a:pPr lvl="1"/>
            <a:r>
              <a:rPr lang="ko-KR"/>
              <a:t>둘째 수준</a:t>
            </a:r>
          </a:p>
          <a:p>
            <a:pPr lvl="2"/>
            <a:r>
              <a:rPr lang="ko-KR"/>
              <a:t>셋째 수준</a:t>
            </a:r>
          </a:p>
          <a:p>
            <a:pPr lvl="3"/>
            <a:r>
              <a:rPr lang="ko-KR"/>
              <a:t>넷째 수준</a:t>
            </a:r>
          </a:p>
          <a:p>
            <a:pPr lvl="4"/>
            <a:r>
              <a:rPr lang="ko-KR"/>
              <a:t>다섯째 수준</a:t>
            </a:r>
          </a:p>
        </p:txBody>
      </p:sp>
      <p:sp>
        <p:nvSpPr>
          <p:cNvPr id="1053240769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FB636-F4D9-4299-85F9-44D23E27C49C}" type="datetimeFigureOut">
              <a:rPr lang="en-US"/>
              <a:t>10/23/2026</a:t>
            </a:fld>
            <a:endParaRPr lang="ko-KR"/>
          </a:p>
        </p:txBody>
      </p:sp>
      <p:sp>
        <p:nvSpPr>
          <p:cNvPr id="1053240770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/>
          </a:p>
        </p:txBody>
      </p:sp>
      <p:sp>
        <p:nvSpPr>
          <p:cNvPr id="1053240771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33E07-937E-4FED-8300-891295843456}" type="slidenum">
              <a:rPr lang="ko-KR"/>
              <a:t>‹#›</a:t>
            </a:fld>
            <a:endParaRPr lang="ko-K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502875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105324077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AC346-E4DF-45C0-848B-E2AC5513E0D5}" type="datetimeFigureOut">
              <a:rPr lang="en-US"/>
              <a:t>10/23/2026</a:t>
            </a:fld>
            <a:endParaRPr lang="ko-KR"/>
          </a:p>
        </p:txBody>
      </p:sp>
      <p:sp>
        <p:nvSpPr>
          <p:cNvPr id="1028169545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/>
          </a:p>
        </p:txBody>
      </p:sp>
      <p:sp>
        <p:nvSpPr>
          <p:cNvPr id="665131882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8B55B-FA15-48BA-860D-0231187503D9}" type="slidenum">
              <a:rPr lang="ko-KR"/>
              <a:t>‹#›</a:t>
            </a:fld>
            <a:endParaRPr lang="ko-K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245058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0B29E-DC2A-4D67-887F-3BE2DC8489D6}" type="datetimeFigureOut">
              <a:rPr lang="en-US"/>
              <a:t>10/23/2026</a:t>
            </a:fld>
            <a:endParaRPr lang="ko-KR"/>
          </a:p>
        </p:txBody>
      </p:sp>
      <p:sp>
        <p:nvSpPr>
          <p:cNvPr id="125498904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/>
          </a:p>
        </p:txBody>
      </p:sp>
      <p:sp>
        <p:nvSpPr>
          <p:cNvPr id="1053240775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0EBC0-ADA9-4FA7-889C-9287646BC794}" type="slidenum">
              <a:rPr lang="ko-KR"/>
              <a:t>‹#›</a:t>
            </a:fld>
            <a:endParaRPr lang="ko-K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1945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/>
              <a:t>마스터 제목 스타일 편집</a:t>
            </a:r>
          </a:p>
        </p:txBody>
      </p:sp>
      <p:sp>
        <p:nvSpPr>
          <p:cNvPr id="1053240777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ko-KR"/>
              <a:t>마스터 텍스트 스타일을 편집합니다</a:t>
            </a:r>
          </a:p>
          <a:p>
            <a:pPr lvl="1"/>
            <a:r>
              <a:rPr lang="ko-KR"/>
              <a:t>둘째 수준</a:t>
            </a:r>
          </a:p>
          <a:p>
            <a:pPr lvl="2"/>
            <a:r>
              <a:rPr lang="ko-KR"/>
              <a:t>셋째 수준</a:t>
            </a:r>
          </a:p>
          <a:p>
            <a:pPr lvl="3"/>
            <a:r>
              <a:rPr lang="ko-KR"/>
              <a:t>넷째 수준</a:t>
            </a:r>
          </a:p>
          <a:p>
            <a:pPr lvl="4"/>
            <a:r>
              <a:rPr lang="ko-KR"/>
              <a:t>다섯째 수준</a:t>
            </a:r>
          </a:p>
        </p:txBody>
      </p:sp>
      <p:sp>
        <p:nvSpPr>
          <p:cNvPr id="761287220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ko-KR"/>
              <a:t>마스터 텍스트 스타일을 편집합니다</a:t>
            </a:r>
          </a:p>
        </p:txBody>
      </p:sp>
      <p:sp>
        <p:nvSpPr>
          <p:cNvPr id="1053240778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563BD-7186-488E-816C-8F41FA24179F}" type="datetimeFigureOut">
              <a:rPr lang="en-US"/>
              <a:t>10/23/2026</a:t>
            </a:fld>
            <a:endParaRPr lang="ko-KR"/>
          </a:p>
        </p:txBody>
      </p:sp>
      <p:sp>
        <p:nvSpPr>
          <p:cNvPr id="420593239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/>
          </a:p>
        </p:txBody>
      </p:sp>
      <p:sp>
        <p:nvSpPr>
          <p:cNvPr id="1053240779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25AB8-FB3A-479C-8780-0B7E5F586C0F}" type="slidenum">
              <a:rPr lang="ko-KR"/>
              <a:t>‹#›</a:t>
            </a:fld>
            <a:endParaRPr lang="ko-K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240741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/>
              <a:t>마스터 제목 스타일 편집</a:t>
            </a:r>
          </a:p>
        </p:txBody>
      </p:sp>
      <p:sp>
        <p:nvSpPr>
          <p:cNvPr id="314628368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/>
              <a:t>아이콘을 클릭하여 사진을 추가하세요</a:t>
            </a:r>
          </a:p>
        </p:txBody>
      </p:sp>
      <p:sp>
        <p:nvSpPr>
          <p:cNvPr id="1053240781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ko-KR"/>
              <a:t>마스터 텍스트 스타일을 편집합니다</a:t>
            </a:r>
          </a:p>
        </p:txBody>
      </p:sp>
      <p:sp>
        <p:nvSpPr>
          <p:cNvPr id="742700107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02C48-70E8-4C8D-81F4-17FB598144B8}" type="datetimeFigureOut">
              <a:rPr lang="en-US"/>
              <a:t>10/23/2026</a:t>
            </a:fld>
            <a:endParaRPr lang="ko-KR"/>
          </a:p>
        </p:txBody>
      </p:sp>
      <p:sp>
        <p:nvSpPr>
          <p:cNvPr id="525827594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/>
          </a:p>
        </p:txBody>
      </p:sp>
      <p:sp>
        <p:nvSpPr>
          <p:cNvPr id="1053240782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C29A-6C4F-4141-86E3-1A3E2D58E3A2}" type="slidenum">
              <a:rPr lang="ko-KR"/>
              <a:t>‹#›</a:t>
            </a:fld>
            <a:endParaRPr lang="ko-K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240784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1053240785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ko-KR"/>
              <a:t>마스터 텍스트 스타일을 편집합니다</a:t>
            </a:r>
          </a:p>
          <a:p>
            <a:pPr lvl="1"/>
            <a:r>
              <a:rPr lang="ko-KR"/>
              <a:t>둘째 수준</a:t>
            </a:r>
          </a:p>
          <a:p>
            <a:pPr lvl="2"/>
            <a:r>
              <a:rPr lang="ko-KR"/>
              <a:t>셋째 수준</a:t>
            </a:r>
          </a:p>
          <a:p>
            <a:pPr lvl="3"/>
            <a:r>
              <a:rPr lang="ko-KR"/>
              <a:t>넷째 수준</a:t>
            </a:r>
          </a:p>
          <a:p>
            <a:pPr lvl="4"/>
            <a:r>
              <a:rPr lang="ko-KR"/>
              <a:t>다섯째 수준</a:t>
            </a:r>
          </a:p>
        </p:txBody>
      </p:sp>
      <p:sp>
        <p:nvSpPr>
          <p:cNvPr id="352136561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02B83-4DFE-444B-8222-D5FF1EA6B44C}" type="datetimeFigureOut">
              <a:rPr lang="en-US"/>
              <a:t>10/23/2026</a:t>
            </a:fld>
            <a:endParaRPr lang="ko-KR"/>
          </a:p>
        </p:txBody>
      </p:sp>
      <p:sp>
        <p:nvSpPr>
          <p:cNvPr id="105324078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/>
          </a:p>
        </p:txBody>
      </p:sp>
      <p:sp>
        <p:nvSpPr>
          <p:cNvPr id="105324078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9C649-D3E0-46CB-87C1-67136E4226A6}" type="slidenum">
              <a:rPr lang="ko-KR"/>
              <a:t>‹#›</a:t>
            </a:fld>
            <a:endParaRPr lang="ko-K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240789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11284232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/>
              <a:t>마스터 텍스트 스타일을 편집합니다</a:t>
            </a:r>
          </a:p>
          <a:p>
            <a:pPr lvl="1"/>
            <a:r>
              <a:rPr lang="ko-KR"/>
              <a:t>둘째 수준</a:t>
            </a:r>
          </a:p>
          <a:p>
            <a:pPr lvl="2"/>
            <a:r>
              <a:rPr lang="ko-KR"/>
              <a:t>셋째 수준</a:t>
            </a:r>
          </a:p>
          <a:p>
            <a:pPr lvl="3"/>
            <a:r>
              <a:rPr lang="ko-KR"/>
              <a:t>넷째 수준</a:t>
            </a:r>
          </a:p>
          <a:p>
            <a:pPr lvl="4"/>
            <a:r>
              <a:rPr lang="ko-KR"/>
              <a:t>다섯째 수준</a:t>
            </a:r>
          </a:p>
        </p:txBody>
      </p:sp>
      <p:sp>
        <p:nvSpPr>
          <p:cNvPr id="1053240790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A40F9-1701-4EB4-806D-4ED861E7A003}" type="datetimeFigureOut">
              <a:rPr lang="en-US"/>
              <a:t>10/23/2026</a:t>
            </a:fld>
            <a:endParaRPr lang="ko-KR"/>
          </a:p>
        </p:txBody>
      </p:sp>
      <p:sp>
        <p:nvSpPr>
          <p:cNvPr id="1053240791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/>
          </a:p>
        </p:txBody>
      </p:sp>
      <p:sp>
        <p:nvSpPr>
          <p:cNvPr id="59646229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BE78A-EB3E-401E-81B5-D7F53201DAF3}" type="slidenum">
              <a:rPr lang="ko-KR"/>
              <a:t>‹#›</a:t>
            </a:fld>
            <a:endParaRPr lang="ko-K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Pr>
        <a:solidFill>
          <a:srgbClr val="EF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240754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1053240755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ko-KR"/>
              <a:t>마스터 텍스트 스타일을 편집합니다</a:t>
            </a:r>
          </a:p>
          <a:p>
            <a:pPr lvl="1"/>
            <a:r>
              <a:rPr lang="ko-KR"/>
              <a:t>둘째 수준</a:t>
            </a:r>
          </a:p>
          <a:p>
            <a:pPr lvl="2"/>
            <a:r>
              <a:rPr lang="ko-KR"/>
              <a:t>셋째 수준</a:t>
            </a:r>
          </a:p>
          <a:p>
            <a:pPr lvl="3"/>
            <a:r>
              <a:rPr lang="ko-KR"/>
              <a:t>넷째 수준</a:t>
            </a:r>
          </a:p>
          <a:p>
            <a:pPr lvl="4"/>
            <a:r>
              <a:rPr lang="ko-KR"/>
              <a:t>다섯째 수준</a:t>
            </a:r>
          </a:p>
        </p:txBody>
      </p:sp>
      <p:sp>
        <p:nvSpPr>
          <p:cNvPr id="219128416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ADADCF-DC63-475D-8D69-AEBF4EDF3BBC}" type="datetimeFigureOut">
              <a:rPr lang="en-US"/>
              <a:t>10/23/2026</a:t>
            </a:fld>
            <a:endParaRPr lang="ko-KR"/>
          </a:p>
        </p:txBody>
      </p:sp>
      <p:sp>
        <p:nvSpPr>
          <p:cNvPr id="825396894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/>
          </a:p>
        </p:txBody>
      </p:sp>
      <p:sp>
        <p:nvSpPr>
          <p:cNvPr id="953146410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D6AB1-0FDA-49F1-8390-8828CE9E6676}" type="slidenum">
              <a:rPr lang="ko-KR"/>
              <a:t>‹#›</a:t>
            </a:fld>
            <a:endParaRPr 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>
            <a:alphaModFix amt="37000"/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1053240793" name="TextBox 1543492501"/>
          <p:cNvSpPr txBox="1"/>
          <p:nvPr/>
        </p:nvSpPr>
        <p:spPr>
          <a:xfrm>
            <a:off x="549723" y="2822610"/>
            <a:ext cx="5957080" cy="630942"/>
          </a:xfrm>
          <a:prstGeom prst="rect">
            <a:avLst/>
          </a:prstGeom>
          <a:noFill/>
        </p:spPr>
        <p:txBody>
          <a:bodyPr vert="horz" wrap="none" lIns="91440" tIns="45720" rIns="91440" bIns="45720" numCol="1" spcCol="0" rtlCol="0" anchor="t" anchorCtr="0">
            <a:spAutoFit/>
          </a:bodyPr>
          <a:lstStyle/>
          <a:p>
            <a:r>
              <a:rPr lang="ko-KR" altLang="en-US" sz="3500" b="1" dirty="0" err="1">
                <a:solidFill>
                  <a:srgbClr val="102A56"/>
                </a:solidFill>
                <a:latin typeface="Pretendard ExtraBold"/>
                <a:ea typeface="Pretendard ExtraBold"/>
                <a:cs typeface="Pretendard ExtraBold"/>
              </a:rPr>
              <a:t>산자부</a:t>
            </a:r>
            <a:r>
              <a:rPr lang="ko-KR" altLang="en-US" sz="3500" b="1" dirty="0">
                <a:solidFill>
                  <a:srgbClr val="102A56"/>
                </a:solidFill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sz="3500" b="1" dirty="0">
                <a:solidFill>
                  <a:srgbClr val="102A56"/>
                </a:solidFill>
                <a:latin typeface="Pretendard ExtraBold"/>
                <a:ea typeface="Pretendard ExtraBold"/>
                <a:cs typeface="Pretendard ExtraBold"/>
              </a:rPr>
              <a:t>비</a:t>
            </a:r>
            <a:r>
              <a:rPr lang="ko-KR" altLang="en-US" sz="3500" b="1" dirty="0" err="1">
                <a:solidFill>
                  <a:srgbClr val="102A56"/>
                </a:solidFill>
                <a:latin typeface="Pretendard ExtraBold"/>
                <a:ea typeface="Pretendard ExtraBold"/>
                <a:cs typeface="Pretendard ExtraBold"/>
              </a:rPr>
              <a:t>젼</a:t>
            </a:r>
            <a:r>
              <a:rPr sz="3500" b="1" dirty="0">
                <a:solidFill>
                  <a:srgbClr val="102A56"/>
                </a:solidFill>
                <a:latin typeface="Pretendard ExtraBold"/>
                <a:ea typeface="Pretendard ExtraBold"/>
                <a:cs typeface="Pretendard ExtraBold"/>
              </a:rPr>
              <a:t> PC</a:t>
            </a:r>
            <a:r>
              <a:rPr lang="ko-KR" sz="3500" b="1" dirty="0">
                <a:solidFill>
                  <a:srgbClr val="102A56"/>
                </a:solidFill>
                <a:latin typeface="Pretendard ExtraBold"/>
                <a:ea typeface="Pretendard ExtraBold"/>
                <a:cs typeface="Pretendard ExtraBold"/>
              </a:rPr>
              <a:t> 견적 비교</a:t>
            </a:r>
            <a:r>
              <a:rPr lang="en-US" altLang="ko-KR" sz="3500" b="1" dirty="0">
                <a:solidFill>
                  <a:srgbClr val="102A56"/>
                </a:solidFill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lang="ko-KR" altLang="en-US" sz="3500" b="1" dirty="0">
                <a:solidFill>
                  <a:srgbClr val="102A56"/>
                </a:solidFill>
                <a:latin typeface="Pretendard ExtraBold"/>
                <a:ea typeface="Pretendard ExtraBold"/>
                <a:cs typeface="Pretendard ExtraBold"/>
              </a:rPr>
              <a:t>보고서</a:t>
            </a:r>
            <a:endParaRPr sz="3500" b="1" dirty="0">
              <a:solidFill>
                <a:srgbClr val="102A56"/>
              </a:solidFill>
              <a:latin typeface="Pretendard ExtraBold"/>
              <a:cs typeface="Pretendard ExtraBold"/>
            </a:endParaRPr>
          </a:p>
        </p:txBody>
      </p:sp>
      <p:sp>
        <p:nvSpPr>
          <p:cNvPr id="97032011" name="TextBox 97032010"/>
          <p:cNvSpPr txBox="1"/>
          <p:nvPr/>
        </p:nvSpPr>
        <p:spPr>
          <a:xfrm>
            <a:off x="549723" y="3661217"/>
            <a:ext cx="2396810" cy="369332"/>
          </a:xfrm>
          <a:prstGeom prst="rect">
            <a:avLst/>
          </a:prstGeom>
          <a:noFill/>
        </p:spPr>
        <p:txBody>
          <a:bodyPr vert="horz" wrap="none" lIns="91440" tIns="45720" rIns="91440" bIns="45720" numCol="1" spcCol="0" rtlCol="0" anchor="t" anchorCtr="0">
            <a:spAutoFit/>
          </a:bodyPr>
          <a:lstStyle/>
          <a:p>
            <a:r>
              <a:rPr b="0" dirty="0" err="1">
                <a:solidFill>
                  <a:srgbClr val="506687"/>
                </a:solidFill>
                <a:latin typeface="Pretendard Medium"/>
                <a:ea typeface="Pretendard Medium"/>
                <a:cs typeface="Pretendard Medium"/>
              </a:rPr>
              <a:t>업체별</a:t>
            </a:r>
            <a:r>
              <a:rPr b="0" dirty="0">
                <a:solidFill>
                  <a:srgbClr val="506687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b="0" dirty="0" err="1">
                <a:solidFill>
                  <a:srgbClr val="506687"/>
                </a:solidFill>
                <a:latin typeface="Pretendard Medium"/>
                <a:ea typeface="Pretendard Medium"/>
                <a:cs typeface="Pretendard Medium"/>
              </a:rPr>
              <a:t>견적</a:t>
            </a:r>
            <a:r>
              <a:rPr b="0" dirty="0">
                <a:solidFill>
                  <a:srgbClr val="506687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b="0" dirty="0" err="1">
                <a:solidFill>
                  <a:srgbClr val="506687"/>
                </a:solidFill>
                <a:latin typeface="Pretendard Medium"/>
                <a:ea typeface="Pretendard Medium"/>
                <a:cs typeface="Pretendard Medium"/>
              </a:rPr>
              <a:t>비교</a:t>
            </a:r>
            <a:r>
              <a:rPr lang="en-US" b="0" dirty="0">
                <a:solidFill>
                  <a:srgbClr val="506687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b="0" dirty="0">
                <a:solidFill>
                  <a:srgbClr val="506687"/>
                </a:solidFill>
                <a:latin typeface="Pretendard Medium"/>
                <a:ea typeface="Pretendard Medium"/>
                <a:cs typeface="Pretendard Medium"/>
              </a:rPr>
              <a:t>및 선정</a:t>
            </a:r>
            <a:endParaRPr b="0" dirty="0">
              <a:solidFill>
                <a:srgbClr val="506687"/>
              </a:solidFill>
              <a:latin typeface="Pretendard Medium"/>
              <a:cs typeface="Pretendard Medium"/>
            </a:endParaRPr>
          </a:p>
        </p:txBody>
      </p:sp>
      <p:cxnSp>
        <p:nvCxnSpPr>
          <p:cNvPr id="1053240794" name="직선 연결선 1429528521"/>
          <p:cNvCxnSpPr/>
          <p:nvPr/>
        </p:nvCxnSpPr>
        <p:spPr>
          <a:xfrm>
            <a:off x="549723" y="5471752"/>
            <a:ext cx="6293426" cy="0"/>
          </a:xfrm>
          <a:prstGeom prst="line">
            <a:avLst/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3240795" name="TextBox 1874383746"/>
          <p:cNvSpPr txBox="1"/>
          <p:nvPr/>
        </p:nvSpPr>
        <p:spPr>
          <a:xfrm>
            <a:off x="633656" y="5572124"/>
            <a:ext cx="2121093" cy="923330"/>
          </a:xfrm>
          <a:prstGeom prst="rect">
            <a:avLst/>
          </a:prstGeom>
          <a:noFill/>
        </p:spPr>
        <p:txBody>
          <a:bodyPr vert="horz" wrap="none" lIns="91440" tIns="45720" rIns="91440" bIns="45720" numCol="1" spcCol="0" rtlCol="0" anchor="t" anchorCtr="0">
            <a:spAutoFit/>
          </a:bodyPr>
          <a:lstStyle/>
          <a:p>
            <a:r>
              <a:rPr b="0" dirty="0">
                <a:solidFill>
                  <a:srgbClr val="114A9F"/>
                </a:solidFill>
                <a:latin typeface="Pretendard SemiBold"/>
                <a:ea typeface="Pretendard SemiBold"/>
                <a:cs typeface="Pretendard SemiBold"/>
              </a:rPr>
              <a:t>01 </a:t>
            </a:r>
            <a:r>
              <a:rPr lang="en-US" b="0" dirty="0">
                <a:solidFill>
                  <a:srgbClr val="114A9F"/>
                </a:solidFill>
                <a:latin typeface="Pretendard SemiBold"/>
                <a:ea typeface="Pretendard SemiBold"/>
                <a:cs typeface="Pretendard SemiBold"/>
              </a:rPr>
              <a:t>CPU </a:t>
            </a:r>
            <a:r>
              <a:rPr lang="ko-KR" altLang="en-US" b="0" dirty="0">
                <a:solidFill>
                  <a:srgbClr val="114A9F"/>
                </a:solidFill>
                <a:latin typeface="Pretendard SemiBold"/>
                <a:ea typeface="Pretendard SemiBold"/>
                <a:cs typeface="Pretendard SemiBold"/>
              </a:rPr>
              <a:t>별 견적 비교</a:t>
            </a:r>
            <a:endParaRPr lang="ko-KR" b="0" dirty="0">
              <a:solidFill>
                <a:srgbClr val="114A9F"/>
              </a:solidFill>
              <a:latin typeface="Pretendard SemiBold"/>
              <a:ea typeface="Pretendard SemiBold"/>
              <a:cs typeface="Pretendard SemiBold"/>
            </a:endParaRPr>
          </a:p>
          <a:p>
            <a:r>
              <a:rPr lang="en-US" b="0" dirty="0">
                <a:solidFill>
                  <a:srgbClr val="114A9F"/>
                </a:solidFill>
                <a:latin typeface="Pretendard SemiBold"/>
                <a:ea typeface="Pretendard SemiBold"/>
                <a:cs typeface="Pretendard SemiBold"/>
              </a:rPr>
              <a:t>02 </a:t>
            </a:r>
            <a:r>
              <a:rPr lang="ko-KR" altLang="en-US" b="0" dirty="0">
                <a:solidFill>
                  <a:srgbClr val="114A9F"/>
                </a:solidFill>
                <a:latin typeface="Pretendard SemiBold"/>
                <a:ea typeface="Pretendard SemiBold"/>
                <a:cs typeface="Pretendard SemiBold"/>
              </a:rPr>
              <a:t>세부 견적</a:t>
            </a:r>
            <a:endParaRPr lang="en-US" altLang="ko-KR" b="0" dirty="0">
              <a:solidFill>
                <a:srgbClr val="114A9F"/>
              </a:solidFill>
              <a:latin typeface="Pretendard SemiBold"/>
              <a:ea typeface="Pretendard SemiBold"/>
              <a:cs typeface="Pretendard SemiBold"/>
            </a:endParaRPr>
          </a:p>
          <a:p>
            <a:r>
              <a:rPr lang="en-US" altLang="ko-KR" dirty="0">
                <a:solidFill>
                  <a:srgbClr val="114A9F"/>
                </a:solidFill>
                <a:latin typeface="Pretendard SemiBold"/>
                <a:ea typeface="Pretendard SemiBold"/>
                <a:cs typeface="Pretendard SemiBold"/>
              </a:rPr>
              <a:t>03 </a:t>
            </a:r>
            <a:endParaRPr lang="ko-KR" b="0" dirty="0">
              <a:solidFill>
                <a:srgbClr val="114A9F"/>
              </a:solidFill>
              <a:latin typeface="Pretendard SemiBold"/>
              <a:cs typeface="Pretendard SemiBold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rcRect r="58738"/>
          <a:stretch>
            <a:fillRect/>
          </a:stretch>
        </p:blipFill>
        <p:spPr>
          <a:xfrm>
            <a:off x="549723" y="707518"/>
            <a:ext cx="2829778" cy="82296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114A9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2089717" name="TextBox 1242089716"/>
          <p:cNvSpPr txBox="1"/>
          <p:nvPr/>
        </p:nvSpPr>
        <p:spPr bwMode="auto">
          <a:xfrm>
            <a:off x="651899" y="1066799"/>
            <a:ext cx="1656996" cy="16157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sz="10000">
                <a:solidFill>
                  <a:srgbClr val="99D2EF"/>
                </a:solidFill>
                <a:latin typeface="Pretendard ExtraBold"/>
                <a:ea typeface="Pretendard ExtraBold"/>
                <a:cs typeface="Pretendard ExtraBold"/>
              </a:rPr>
              <a:t>01</a:t>
            </a:r>
            <a:endParaRPr/>
          </a:p>
        </p:txBody>
      </p:sp>
      <p:sp>
        <p:nvSpPr>
          <p:cNvPr id="1079933330" name="TextBox 1079933329"/>
          <p:cNvSpPr txBox="1"/>
          <p:nvPr/>
        </p:nvSpPr>
        <p:spPr bwMode="auto">
          <a:xfrm>
            <a:off x="651899" y="2682599"/>
            <a:ext cx="5650073" cy="1789721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ko-KR" altLang="en-US" sz="5200" dirty="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각 </a:t>
            </a:r>
            <a:r>
              <a:rPr lang="en-US" sz="5200" dirty="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CPU </a:t>
            </a:r>
            <a:r>
              <a:rPr lang="ko-KR" altLang="en-US" sz="5200" dirty="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별 견적 비교</a:t>
            </a:r>
            <a:endParaRPr sz="5200" dirty="0">
              <a:solidFill>
                <a:srgbClr val="FFFFFF"/>
              </a:solidFill>
              <a:latin typeface="Pretendard Black"/>
              <a:cs typeface="Pretendard Black"/>
            </a:endParaRPr>
          </a:p>
          <a:p>
            <a:pPr>
              <a:defRPr/>
            </a:pPr>
            <a:endParaRPr dirty="0"/>
          </a:p>
          <a:p>
            <a:pPr>
              <a:defRPr/>
            </a:pPr>
            <a:r>
              <a:rPr lang="en-US" sz="2000" dirty="0">
                <a:solidFill>
                  <a:srgbClr val="DBEAFE"/>
                </a:solidFill>
                <a:latin typeface="Pretendard Medium"/>
                <a:ea typeface="Pretendard Medium"/>
                <a:cs typeface="Pretendard Medium"/>
              </a:rPr>
              <a:t>AMD </a:t>
            </a:r>
            <a:r>
              <a:rPr lang="en-US" sz="2000" dirty="0" err="1">
                <a:solidFill>
                  <a:srgbClr val="DBEAFE"/>
                </a:solidFill>
                <a:latin typeface="Pretendard Medium"/>
                <a:ea typeface="Pretendard Medium"/>
                <a:cs typeface="Pretendard Medium"/>
              </a:rPr>
              <a:t>Threadripper</a:t>
            </a:r>
            <a:r>
              <a:rPr lang="en-US" sz="2000" dirty="0">
                <a:solidFill>
                  <a:srgbClr val="DBEAFE"/>
                </a:solidFill>
                <a:latin typeface="Pretendard Medium"/>
                <a:ea typeface="Pretendard Medium"/>
                <a:cs typeface="Pretendard Medium"/>
              </a:rPr>
              <a:t> 7960X, 7965WX, 9965WX</a:t>
            </a:r>
            <a:endParaRPr sz="2000" dirty="0">
              <a:solidFill>
                <a:srgbClr val="DBEAFE"/>
              </a:solidFill>
              <a:latin typeface="Pretendard Medium"/>
              <a:ea typeface="Pretendard Medium"/>
              <a:cs typeface="Pretendard Medium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240797" name="빼기 기호 1596277482"/>
          <p:cNvSpPr/>
          <p:nvPr/>
        </p:nvSpPr>
        <p:spPr>
          <a:xfrm>
            <a:off x="211633" y="212333"/>
            <a:ext cx="548788" cy="76199"/>
          </a:xfrm>
          <a:prstGeom prst="mathMinus">
            <a:avLst>
              <a:gd name="adj1" fmla="val 23520"/>
            </a:avLst>
          </a:prstGeom>
          <a:ln w="12700" cap="flat" cmpd="sng">
            <a:solidFill>
              <a:srgbClr val="3B82F6"/>
            </a:solidFill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endParaRPr lang="ko-KR"/>
          </a:p>
        </p:txBody>
      </p:sp>
      <p:cxnSp>
        <p:nvCxnSpPr>
          <p:cNvPr id="633230490" name="직선 연결선 633230489"/>
          <p:cNvCxnSpPr/>
          <p:nvPr/>
        </p:nvCxnSpPr>
        <p:spPr>
          <a:xfrm rot="10800000">
            <a:off x="211633" y="6479783"/>
            <a:ext cx="11811016" cy="0"/>
          </a:xfrm>
          <a:prstGeom prst="line">
            <a:avLst/>
          </a:prstGeom>
          <a:ln w="12700" cap="flat" cmpd="sng">
            <a:solidFill>
              <a:srgbClr val="506687"/>
            </a:solidFill>
            <a:prstDash val="solid"/>
            <a:miter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3240798" name="TextBox 1745001461"/>
          <p:cNvSpPr txBox="1"/>
          <p:nvPr/>
        </p:nvSpPr>
        <p:spPr>
          <a:xfrm>
            <a:off x="675755" y="128333"/>
            <a:ext cx="2885909" cy="244199"/>
          </a:xfrm>
          <a:prstGeom prst="rect">
            <a:avLst/>
          </a:prstGeom>
          <a:solidFill>
            <a:srgbClr val="EFF5FC"/>
          </a:solidFill>
        </p:spPr>
        <p:txBody>
          <a:bodyPr vert="horz" wrap="none" lIns="91440" tIns="45720" rIns="91440" bIns="45720" numCol="1" spcCol="0" rtlCol="0" anchor="t" anchorCtr="0">
            <a:spAutoFit/>
          </a:bodyPr>
          <a:lstStyle/>
          <a:p>
            <a:r>
              <a:rPr sz="1000">
                <a:solidFill>
                  <a:srgbClr val="1E4DB7"/>
                </a:solidFill>
                <a:latin typeface="Pretendard Medium"/>
                <a:ea typeface="Pretendard Medium"/>
                <a:cs typeface="Pretendard Medium"/>
              </a:rPr>
              <a:t>VENDOR SYSTEM SPECIFICATIONS &amp; PRICING</a:t>
            </a:r>
            <a:endParaRPr sz="1000">
              <a:solidFill>
                <a:srgbClr val="1E4DB7"/>
              </a:solidFill>
              <a:latin typeface="Pretendard Medium"/>
              <a:cs typeface="Pretendard Medium"/>
            </a:endParaRPr>
          </a:p>
        </p:txBody>
      </p:sp>
      <p:sp>
        <p:nvSpPr>
          <p:cNvPr id="1053240799" name="TextBox 1484883484"/>
          <p:cNvSpPr txBox="1"/>
          <p:nvPr/>
        </p:nvSpPr>
        <p:spPr>
          <a:xfrm>
            <a:off x="211633" y="372533"/>
            <a:ext cx="4840902" cy="579479"/>
          </a:xfrm>
          <a:prstGeom prst="rect">
            <a:avLst/>
          </a:prstGeom>
          <a:noFill/>
        </p:spPr>
        <p:txBody>
          <a:bodyPr vert="horz" wrap="none" lIns="91440" tIns="45720" rIns="91440" bIns="45720" numCol="1" spcCol="0" rtlCol="0" anchor="t" anchorCtr="0">
            <a:spAutoFit/>
          </a:bodyPr>
          <a:lstStyle/>
          <a:p>
            <a:r>
              <a:rPr sz="3200">
                <a:solidFill>
                  <a:srgbClr val="0B1B40"/>
                </a:solidFill>
                <a:latin typeface="Pretendard Black"/>
                <a:ea typeface="Pretendard Black"/>
                <a:cs typeface="Pretendard Black"/>
              </a:rPr>
              <a:t>업체 선정 시스템 사양 및 가격</a:t>
            </a:r>
            <a:endParaRPr sz="3200">
              <a:solidFill>
                <a:srgbClr val="0B1B40"/>
              </a:solidFill>
              <a:latin typeface="Pretendard Black"/>
              <a:cs typeface="Pretendard Black"/>
            </a:endParaRPr>
          </a:p>
        </p:txBody>
      </p:sp>
      <p:sp>
        <p:nvSpPr>
          <p:cNvPr id="518989948" name="TextBox 518989947"/>
          <p:cNvSpPr txBox="1"/>
          <p:nvPr/>
        </p:nvSpPr>
        <p:spPr>
          <a:xfrm>
            <a:off x="211633" y="952013"/>
            <a:ext cx="3628947" cy="396599"/>
          </a:xfrm>
          <a:prstGeom prst="rect">
            <a:avLst/>
          </a:prstGeom>
          <a:noFill/>
        </p:spPr>
        <p:txBody>
          <a:bodyPr vert="horz" wrap="none" lIns="91440" tIns="45720" rIns="91440" bIns="45720" numCol="1" spcCol="0" rtlCol="0" anchor="t" anchorCtr="0">
            <a:spAutoFit/>
          </a:bodyPr>
          <a:lstStyle/>
          <a:p>
            <a:r>
              <a:rPr sz="200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업체별 주요 부품 및 견적 종합 비교</a:t>
            </a:r>
            <a:endParaRPr sz="2000">
              <a:solidFill>
                <a:srgbClr val="6B7280"/>
              </a:solidFill>
              <a:latin typeface="Pretendard Medium"/>
              <a:cs typeface="Pretendard Medium"/>
            </a:endParaRPr>
          </a:p>
        </p:txBody>
      </p:sp>
      <p:sp>
        <p:nvSpPr>
          <p:cNvPr id="1053240800" name="TextBox 1953928640"/>
          <p:cNvSpPr txBox="1"/>
          <p:nvPr/>
        </p:nvSpPr>
        <p:spPr>
          <a:xfrm>
            <a:off x="11606008" y="6479783"/>
            <a:ext cx="315054" cy="350802"/>
          </a:xfrm>
          <a:prstGeom prst="rect">
            <a:avLst/>
          </a:prstGeom>
          <a:noFill/>
        </p:spPr>
        <p:txBody>
          <a:bodyPr vert="horz" wrap="square" lIns="91440" tIns="45720" rIns="91440" bIns="45720" numCol="1" spcCol="0" rtlCol="0" anchor="t" anchorCtr="0">
            <a:spAutoFit/>
          </a:bodyPr>
          <a:lstStyle/>
          <a:p>
            <a:r>
              <a:rPr lang="en-US" sz="1300">
                <a:solidFill>
                  <a:srgbClr val="506687"/>
                </a:solidFill>
                <a:latin typeface="Pretendard Medium"/>
                <a:ea typeface="Pretendard Medium"/>
                <a:cs typeface="Pretendard Medium"/>
              </a:rPr>
              <a:t>4</a:t>
            </a:r>
            <a:endParaRPr sz="1300">
              <a:solidFill>
                <a:srgbClr val="EFF5FC"/>
              </a:solidFill>
              <a:latin typeface="Pretendard Medium"/>
              <a:ea typeface="Pretendard Medium"/>
              <a:cs typeface="Pretendard Medium"/>
            </a:endParaRPr>
          </a:p>
        </p:txBody>
      </p:sp>
      <p:graphicFrame>
        <p:nvGraphicFramePr>
          <p:cNvPr id="1053240801" name="표 18372701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4355074"/>
              </p:ext>
            </p:extLst>
          </p:nvPr>
        </p:nvGraphicFramePr>
        <p:xfrm>
          <a:off x="211633" y="1409699"/>
          <a:ext cx="11811017" cy="4800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88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87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168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168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0820">
                <a:tc>
                  <a:txBody>
                    <a:bodyPr/>
                    <a:lstStyle/>
                    <a:p>
                      <a:pPr algn="ctr"/>
                      <a:endParaRPr dirty="0">
                        <a:solidFill>
                          <a:srgbClr val="FFFFFF"/>
                        </a:solidFill>
                        <a:latin typeface="Pretendard Black"/>
                        <a:cs typeface="Pretendard Black"/>
                      </a:endParaRPr>
                    </a:p>
                  </a:txBody>
                  <a:tcPr anchor="ctr">
                    <a:lnR w="12699">
                      <a:solidFill>
                        <a:srgbClr val="BCD0E8"/>
                      </a:solidFill>
                    </a:lnR>
                    <a:lnT w="12699">
                      <a:solidFill>
                        <a:srgbClr val="BCD0E8"/>
                      </a:solidFill>
                    </a:lnT>
                    <a:lnB w="12699">
                      <a:solidFill>
                        <a:srgbClr val="BCD0E8"/>
                      </a:solidFill>
                    </a:lnB>
                    <a:solidFill>
                      <a:srgbClr val="114A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dirty="0">
                        <a:solidFill>
                          <a:srgbClr val="FFFFFF"/>
                        </a:solidFill>
                        <a:latin typeface="Pretendard Black"/>
                        <a:cs typeface="Pretendard Black"/>
                      </a:endParaRPr>
                    </a:p>
                  </a:txBody>
                  <a:tcPr anchor="ctr">
                    <a:lnL w="12699" cap="flat" cmpd="sng">
                      <a:solidFill>
                        <a:srgbClr val="BC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9">
                      <a:solidFill>
                        <a:srgbClr val="BCD0E8"/>
                      </a:solidFill>
                    </a:lnR>
                    <a:lnT w="12699">
                      <a:solidFill>
                        <a:srgbClr val="BCD0E8"/>
                      </a:solidFill>
                    </a:lnT>
                    <a:lnB w="12699">
                      <a:solidFill>
                        <a:srgbClr val="BCD0E8"/>
                      </a:solidFill>
                    </a:lnB>
                    <a:solidFill>
                      <a:srgbClr val="114A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>
                        <a:solidFill>
                          <a:srgbClr val="FFFFFF"/>
                        </a:solidFill>
                        <a:latin typeface="Pretendard Black"/>
                        <a:cs typeface="Pretendard Black"/>
                      </a:endParaRPr>
                    </a:p>
                  </a:txBody>
                  <a:tcPr anchor="ctr">
                    <a:lnL w="12699">
                      <a:solidFill>
                        <a:srgbClr val="BCD0E8"/>
                      </a:solidFill>
                    </a:lnL>
                    <a:lnR w="12699">
                      <a:solidFill>
                        <a:srgbClr val="BCD0E8"/>
                      </a:solidFill>
                    </a:lnR>
                    <a:lnT w="12699">
                      <a:solidFill>
                        <a:srgbClr val="BCD0E8"/>
                      </a:solidFill>
                    </a:lnT>
                    <a:lnB w="12699">
                      <a:solidFill>
                        <a:srgbClr val="BCD0E8"/>
                      </a:solidFill>
                    </a:lnB>
                    <a:solidFill>
                      <a:srgbClr val="114A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>
                        <a:solidFill>
                          <a:srgbClr val="FFFFFF"/>
                        </a:solidFill>
                        <a:latin typeface="Pretendard Black"/>
                        <a:cs typeface="Pretendard Black"/>
                      </a:endParaRPr>
                    </a:p>
                  </a:txBody>
                  <a:tcPr anchor="ctr">
                    <a:lnL w="12699">
                      <a:solidFill>
                        <a:srgbClr val="BCD0E8"/>
                      </a:solidFill>
                    </a:lnL>
                    <a:lnR w="12699">
                      <a:solidFill>
                        <a:srgbClr val="BCD0E8"/>
                      </a:solidFill>
                    </a:lnR>
                    <a:lnT w="12699">
                      <a:solidFill>
                        <a:srgbClr val="BCD0E8"/>
                      </a:solidFill>
                    </a:lnT>
                    <a:lnB w="12699">
                      <a:solidFill>
                        <a:srgbClr val="BCD0E8"/>
                      </a:solidFill>
                    </a:lnB>
                    <a:solidFill>
                      <a:srgbClr val="114A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225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243E63"/>
                          </a:solidFill>
                          <a:latin typeface="Pretendard"/>
                          <a:ea typeface="Pretendard"/>
                          <a:cs typeface="Pretendard"/>
                        </a:rPr>
                        <a:t>CPU</a:t>
                      </a:r>
                      <a:endParaRPr sz="1600" b="1">
                        <a:solidFill>
                          <a:srgbClr val="243E63"/>
                        </a:solidFill>
                        <a:latin typeface="Pretendard"/>
                        <a:cs typeface="Pretendard"/>
                      </a:endParaRPr>
                    </a:p>
                  </a:txBody>
                  <a:tcPr>
                    <a:lnR w="12699">
                      <a:solidFill>
                        <a:srgbClr val="BCD0E8"/>
                      </a:solidFill>
                    </a:lnR>
                    <a:lnT w="12699">
                      <a:solidFill>
                        <a:srgbClr val="BCD0E8"/>
                      </a:solidFill>
                    </a:lnT>
                    <a:lnB w="12699">
                      <a:solidFill>
                        <a:srgbClr val="BCD0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sz="1300" dirty="0">
                        <a:solidFill>
                          <a:srgbClr val="243E63"/>
                        </a:solidFill>
                        <a:latin typeface="Pretendard"/>
                        <a:cs typeface="Pretendard"/>
                      </a:endParaRPr>
                    </a:p>
                  </a:txBody>
                  <a:tcPr anchor="ctr">
                    <a:lnL w="12699" cap="flat" cmpd="sng">
                      <a:solidFill>
                        <a:srgbClr val="BC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9">
                      <a:solidFill>
                        <a:srgbClr val="BCD0E8"/>
                      </a:solidFill>
                    </a:lnR>
                    <a:lnT w="12699">
                      <a:solidFill>
                        <a:srgbClr val="BCD0E8"/>
                      </a:solidFill>
                    </a:lnT>
                    <a:lnB w="12699">
                      <a:solidFill>
                        <a:srgbClr val="BCD0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sz="1300">
                        <a:solidFill>
                          <a:srgbClr val="243E63"/>
                        </a:solidFill>
                        <a:latin typeface="Pretendard"/>
                        <a:cs typeface="Pretendard"/>
                      </a:endParaRPr>
                    </a:p>
                  </a:txBody>
                  <a:tcPr anchor="ctr">
                    <a:lnL w="12699">
                      <a:solidFill>
                        <a:srgbClr val="BCD0E8"/>
                      </a:solidFill>
                    </a:lnL>
                    <a:lnR w="12699">
                      <a:solidFill>
                        <a:srgbClr val="BCD0E8"/>
                      </a:solidFill>
                    </a:lnR>
                    <a:lnT w="12699">
                      <a:solidFill>
                        <a:srgbClr val="BCD0E8"/>
                      </a:solidFill>
                    </a:lnT>
                    <a:lnB w="12699">
                      <a:solidFill>
                        <a:srgbClr val="BCD0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300">
                        <a:solidFill>
                          <a:srgbClr val="243E63"/>
                        </a:solidFill>
                        <a:latin typeface="Pretendard"/>
                        <a:cs typeface="Pretendard"/>
                      </a:endParaRPr>
                    </a:p>
                  </a:txBody>
                  <a:tcPr anchor="ctr">
                    <a:lnL w="12699">
                      <a:solidFill>
                        <a:srgbClr val="BCD0E8"/>
                      </a:solidFill>
                    </a:lnL>
                    <a:lnR w="12699">
                      <a:solidFill>
                        <a:srgbClr val="BCD0E8"/>
                      </a:solidFill>
                    </a:lnR>
                    <a:lnT w="12699">
                      <a:solidFill>
                        <a:srgbClr val="BCD0E8"/>
                      </a:solidFill>
                    </a:lnT>
                    <a:lnB w="12699">
                      <a:solidFill>
                        <a:srgbClr val="BCD0E8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225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243E63"/>
                          </a:solidFill>
                          <a:latin typeface="Pretendard"/>
                          <a:ea typeface="Pretendard"/>
                          <a:cs typeface="Pretendard"/>
                        </a:rPr>
                        <a:t>GPU</a:t>
                      </a:r>
                      <a:endParaRPr sz="1600" b="1">
                        <a:solidFill>
                          <a:srgbClr val="243E63"/>
                        </a:solidFill>
                        <a:latin typeface="Pretendard"/>
                        <a:cs typeface="Pretendard"/>
                      </a:endParaRPr>
                    </a:p>
                  </a:txBody>
                  <a:tcPr>
                    <a:lnR w="12699">
                      <a:solidFill>
                        <a:srgbClr val="BCD0E8"/>
                      </a:solidFill>
                    </a:lnR>
                    <a:lnT w="12699">
                      <a:solidFill>
                        <a:srgbClr val="BCD0E8"/>
                      </a:solidFill>
                    </a:lnT>
                    <a:lnB w="12699">
                      <a:solidFill>
                        <a:srgbClr val="BCD0E8"/>
                      </a:solidFill>
                    </a:lnB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300" dirty="0">
                        <a:solidFill>
                          <a:srgbClr val="FF0000"/>
                        </a:solidFill>
                        <a:latin typeface="Pretendard"/>
                        <a:cs typeface="Pretendard"/>
                      </a:endParaRPr>
                    </a:p>
                  </a:txBody>
                  <a:tcPr anchor="ctr">
                    <a:lnL w="12699" cap="flat" cmpd="sng">
                      <a:solidFill>
                        <a:srgbClr val="BC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9">
                      <a:solidFill>
                        <a:srgbClr val="BCD0E8"/>
                      </a:solidFill>
                    </a:lnR>
                    <a:lnT w="12699">
                      <a:solidFill>
                        <a:srgbClr val="BCD0E8"/>
                      </a:solidFill>
                    </a:lnT>
                    <a:lnB w="12699">
                      <a:solidFill>
                        <a:srgbClr val="BCD0E8"/>
                      </a:solidFill>
                    </a:lnB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300">
                        <a:solidFill>
                          <a:srgbClr val="243E63"/>
                        </a:solidFill>
                        <a:latin typeface="Pretendard"/>
                        <a:cs typeface="Pretendard"/>
                      </a:endParaRPr>
                    </a:p>
                  </a:txBody>
                  <a:tcPr anchor="ctr">
                    <a:lnL w="12699">
                      <a:solidFill>
                        <a:srgbClr val="BCD0E8"/>
                      </a:solidFill>
                    </a:lnL>
                    <a:lnR w="12699">
                      <a:solidFill>
                        <a:srgbClr val="BCD0E8"/>
                      </a:solidFill>
                    </a:lnR>
                    <a:lnT w="12699">
                      <a:solidFill>
                        <a:srgbClr val="BCD0E8"/>
                      </a:solidFill>
                    </a:lnT>
                    <a:lnB w="12699">
                      <a:solidFill>
                        <a:srgbClr val="BCD0E8"/>
                      </a:solidFill>
                    </a:lnB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300">
                        <a:solidFill>
                          <a:srgbClr val="243E63"/>
                        </a:solidFill>
                        <a:latin typeface="Pretendard"/>
                        <a:cs typeface="Pretendard"/>
                      </a:endParaRPr>
                    </a:p>
                  </a:txBody>
                  <a:tcPr anchor="ctr">
                    <a:lnL w="12699">
                      <a:solidFill>
                        <a:srgbClr val="BCD0E8"/>
                      </a:solidFill>
                    </a:lnL>
                    <a:lnR w="12699">
                      <a:solidFill>
                        <a:srgbClr val="BCD0E8"/>
                      </a:solidFill>
                    </a:lnR>
                    <a:lnT w="12699">
                      <a:solidFill>
                        <a:srgbClr val="BCD0E8"/>
                      </a:solidFill>
                    </a:lnT>
                    <a:lnB w="12699">
                      <a:solidFill>
                        <a:srgbClr val="BCD0E8"/>
                      </a:solidFill>
                    </a:lnB>
                    <a:solidFill>
                      <a:srgbClr val="EF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225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243E63"/>
                          </a:solidFill>
                          <a:latin typeface="Pretendard"/>
                          <a:ea typeface="Pretendard"/>
                          <a:cs typeface="Pretendard"/>
                        </a:rPr>
                        <a:t>메인보드</a:t>
                      </a:r>
                      <a:endParaRPr sz="1600" b="1">
                        <a:solidFill>
                          <a:srgbClr val="243E63"/>
                        </a:solidFill>
                        <a:latin typeface="Pretendard"/>
                        <a:cs typeface="Pretendard"/>
                      </a:endParaRPr>
                    </a:p>
                  </a:txBody>
                  <a:tcPr>
                    <a:lnR w="12699">
                      <a:solidFill>
                        <a:srgbClr val="BCD0E8"/>
                      </a:solidFill>
                    </a:lnR>
                    <a:lnT w="12699">
                      <a:solidFill>
                        <a:srgbClr val="BCD0E8"/>
                      </a:solidFill>
                    </a:lnT>
                    <a:lnB w="12699">
                      <a:solidFill>
                        <a:srgbClr val="BCD0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sz="1300">
                        <a:solidFill>
                          <a:srgbClr val="243E63"/>
                        </a:solidFill>
                        <a:latin typeface="Pretendard"/>
                        <a:cs typeface="Pretendard"/>
                      </a:endParaRPr>
                    </a:p>
                  </a:txBody>
                  <a:tcPr anchor="ctr">
                    <a:lnL w="12699" cap="flat" cmpd="sng">
                      <a:solidFill>
                        <a:srgbClr val="BC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9">
                      <a:solidFill>
                        <a:srgbClr val="BCD0E8"/>
                      </a:solidFill>
                    </a:lnR>
                    <a:lnT w="12699">
                      <a:solidFill>
                        <a:srgbClr val="BCD0E8"/>
                      </a:solidFill>
                    </a:lnT>
                    <a:lnB w="12699">
                      <a:solidFill>
                        <a:srgbClr val="BCD0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sz="1300" dirty="0">
                        <a:solidFill>
                          <a:srgbClr val="243E63"/>
                        </a:solidFill>
                        <a:latin typeface="Pretendard"/>
                        <a:cs typeface="Pretendard"/>
                      </a:endParaRPr>
                    </a:p>
                  </a:txBody>
                  <a:tcPr anchor="ctr">
                    <a:lnL w="12699">
                      <a:solidFill>
                        <a:srgbClr val="BCD0E8"/>
                      </a:solidFill>
                    </a:lnL>
                    <a:lnR w="12699">
                      <a:solidFill>
                        <a:srgbClr val="BCD0E8"/>
                      </a:solidFill>
                    </a:lnR>
                    <a:lnT w="12699">
                      <a:solidFill>
                        <a:srgbClr val="BCD0E8"/>
                      </a:solidFill>
                    </a:lnT>
                    <a:lnB w="12699">
                      <a:solidFill>
                        <a:srgbClr val="BCD0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sz="1300">
                        <a:solidFill>
                          <a:srgbClr val="243E63"/>
                        </a:solidFill>
                        <a:latin typeface="Pretendard"/>
                        <a:cs typeface="Pretendard"/>
                      </a:endParaRPr>
                    </a:p>
                  </a:txBody>
                  <a:tcPr anchor="ctr">
                    <a:lnL w="12699">
                      <a:solidFill>
                        <a:srgbClr val="BCD0E8"/>
                      </a:solidFill>
                    </a:lnL>
                    <a:lnR w="12699">
                      <a:solidFill>
                        <a:srgbClr val="BCD0E8"/>
                      </a:solidFill>
                    </a:lnR>
                    <a:lnT w="12699">
                      <a:solidFill>
                        <a:srgbClr val="BCD0E8"/>
                      </a:solidFill>
                    </a:lnT>
                    <a:lnB w="12699">
                      <a:solidFill>
                        <a:srgbClr val="BCD0E8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1225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243E63"/>
                          </a:solidFill>
                          <a:latin typeface="Pretendard"/>
                          <a:ea typeface="Pretendard"/>
                          <a:cs typeface="Pretendard"/>
                        </a:rPr>
                        <a:t>메모리</a:t>
                      </a:r>
                      <a:endParaRPr sz="1600" b="1">
                        <a:solidFill>
                          <a:srgbClr val="243E63"/>
                        </a:solidFill>
                        <a:latin typeface="Pretendard"/>
                        <a:cs typeface="Pretendard"/>
                      </a:endParaRPr>
                    </a:p>
                  </a:txBody>
                  <a:tcPr>
                    <a:lnR w="12699">
                      <a:solidFill>
                        <a:srgbClr val="BCD0E8"/>
                      </a:solidFill>
                    </a:lnR>
                    <a:lnT w="12699">
                      <a:solidFill>
                        <a:srgbClr val="BCD0E8"/>
                      </a:solidFill>
                    </a:lnT>
                    <a:lnB w="12699">
                      <a:solidFill>
                        <a:srgbClr val="BCD0E8"/>
                      </a:solidFill>
                    </a:lnB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/>
                      <a:endParaRPr sz="1300" dirty="0">
                        <a:solidFill>
                          <a:srgbClr val="243E63"/>
                        </a:solidFill>
                        <a:latin typeface="Pretendard"/>
                        <a:ea typeface="+mn-ea"/>
                        <a:cs typeface="Pretendard"/>
                      </a:endParaRPr>
                    </a:p>
                  </a:txBody>
                  <a:tcPr anchor="ctr">
                    <a:lnL w="12699" cap="flat" cmpd="sng">
                      <a:solidFill>
                        <a:srgbClr val="BC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9">
                      <a:solidFill>
                        <a:srgbClr val="BCD0E8"/>
                      </a:solidFill>
                    </a:lnR>
                    <a:lnT w="12699">
                      <a:solidFill>
                        <a:srgbClr val="BCD0E8"/>
                      </a:solidFill>
                    </a:lnT>
                    <a:lnB w="12699">
                      <a:solidFill>
                        <a:srgbClr val="BCD0E8"/>
                      </a:solidFill>
                    </a:lnB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/>
                      <a:endParaRPr lang="nn-NO" sz="1300" dirty="0">
                        <a:solidFill>
                          <a:srgbClr val="243E63"/>
                        </a:solidFill>
                        <a:latin typeface="Pretendard"/>
                        <a:ea typeface="+mn-ea"/>
                        <a:cs typeface="Pretendard"/>
                      </a:endParaRPr>
                    </a:p>
                  </a:txBody>
                  <a:tcPr anchor="ctr">
                    <a:lnL w="12699">
                      <a:solidFill>
                        <a:srgbClr val="BCD0E8"/>
                      </a:solidFill>
                    </a:lnL>
                    <a:lnR w="12699">
                      <a:solidFill>
                        <a:srgbClr val="BCD0E8"/>
                      </a:solidFill>
                    </a:lnR>
                    <a:lnT w="12699">
                      <a:solidFill>
                        <a:srgbClr val="BCD0E8"/>
                      </a:solidFill>
                    </a:lnT>
                    <a:lnB w="12699">
                      <a:solidFill>
                        <a:srgbClr val="BCD0E8"/>
                      </a:solidFill>
                    </a:lnB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endParaRPr lang="ko-KR" altLang="en-US" sz="1300" dirty="0">
                        <a:solidFill>
                          <a:srgbClr val="243E63"/>
                        </a:solidFill>
                        <a:latin typeface="Pretendard"/>
                        <a:ea typeface="+mn-ea"/>
                        <a:cs typeface="Pretendard"/>
                      </a:endParaRPr>
                    </a:p>
                  </a:txBody>
                  <a:tcPr anchor="ctr">
                    <a:lnL w="12699">
                      <a:solidFill>
                        <a:srgbClr val="BCD0E8"/>
                      </a:solidFill>
                    </a:lnL>
                    <a:lnR w="12699">
                      <a:solidFill>
                        <a:srgbClr val="BCD0E8"/>
                      </a:solidFill>
                    </a:lnR>
                    <a:lnT w="12699">
                      <a:solidFill>
                        <a:srgbClr val="BCD0E8"/>
                      </a:solidFill>
                    </a:lnT>
                    <a:lnB w="12699">
                      <a:solidFill>
                        <a:srgbClr val="BCD0E8"/>
                      </a:solidFill>
                    </a:lnB>
                    <a:solidFill>
                      <a:srgbClr val="EF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1225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243E63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저장장치</a:t>
                      </a:r>
                      <a:endParaRPr sz="1600" b="1">
                        <a:solidFill>
                          <a:srgbClr val="243E63"/>
                        </a:solidFill>
                        <a:latin typeface="Pretendard"/>
                        <a:cs typeface="Pretendard"/>
                      </a:endParaRPr>
                    </a:p>
                  </a:txBody>
                  <a:tcPr>
                    <a:lnR w="12699">
                      <a:solidFill>
                        <a:srgbClr val="BCD0E8"/>
                      </a:solidFill>
                    </a:lnR>
                    <a:lnT w="12699">
                      <a:solidFill>
                        <a:srgbClr val="BCD0E8"/>
                      </a:solidFill>
                    </a:lnT>
                    <a:lnB w="12699">
                      <a:solidFill>
                        <a:srgbClr val="BCD0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sz="1300">
                        <a:solidFill>
                          <a:srgbClr val="243E63"/>
                        </a:solidFill>
                        <a:latin typeface="Pretendard"/>
                        <a:cs typeface="Pretendard"/>
                      </a:endParaRPr>
                    </a:p>
                  </a:txBody>
                  <a:tcPr anchor="ctr">
                    <a:lnL w="12699" cap="flat" cmpd="sng">
                      <a:solidFill>
                        <a:srgbClr val="BC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9">
                      <a:solidFill>
                        <a:srgbClr val="BCD0E8"/>
                      </a:solidFill>
                    </a:lnR>
                    <a:lnT w="12699">
                      <a:solidFill>
                        <a:srgbClr val="BCD0E8"/>
                      </a:solidFill>
                    </a:lnT>
                    <a:lnB w="12699">
                      <a:solidFill>
                        <a:srgbClr val="BCD0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sz="1300">
                        <a:solidFill>
                          <a:srgbClr val="243E63"/>
                        </a:solidFill>
                        <a:latin typeface="Pretendard"/>
                        <a:cs typeface="Pretendard"/>
                      </a:endParaRPr>
                    </a:p>
                  </a:txBody>
                  <a:tcPr anchor="ctr">
                    <a:lnL w="12699">
                      <a:solidFill>
                        <a:srgbClr val="BCD0E8"/>
                      </a:solidFill>
                    </a:lnL>
                    <a:lnR w="12699">
                      <a:solidFill>
                        <a:srgbClr val="BCD0E8"/>
                      </a:solidFill>
                    </a:lnR>
                    <a:lnT w="12699">
                      <a:solidFill>
                        <a:srgbClr val="BCD0E8"/>
                      </a:solidFill>
                    </a:lnT>
                    <a:lnB w="12699">
                      <a:solidFill>
                        <a:srgbClr val="BCD0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endParaRPr lang="en-US" sz="1300" dirty="0">
                        <a:solidFill>
                          <a:srgbClr val="243E63"/>
                        </a:solidFill>
                        <a:latin typeface="Pretendard"/>
                        <a:cs typeface="Pretendard"/>
                      </a:endParaRPr>
                    </a:p>
                  </a:txBody>
                  <a:tcPr anchor="ctr">
                    <a:lnL w="12699">
                      <a:solidFill>
                        <a:srgbClr val="BCD0E8"/>
                      </a:solidFill>
                    </a:lnL>
                    <a:lnR w="12699">
                      <a:solidFill>
                        <a:srgbClr val="BCD0E8"/>
                      </a:solidFill>
                    </a:lnR>
                    <a:lnT w="12699">
                      <a:solidFill>
                        <a:srgbClr val="BCD0E8"/>
                      </a:solidFill>
                    </a:lnT>
                    <a:lnB w="12699">
                      <a:solidFill>
                        <a:srgbClr val="BCD0E8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82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243E63"/>
                          </a:solidFill>
                          <a:latin typeface="Pretendard"/>
                          <a:ea typeface="Pretendard"/>
                          <a:cs typeface="Pretendard"/>
                        </a:rPr>
                        <a:t>케이스</a:t>
                      </a:r>
                      <a:endParaRPr sz="1600" b="1">
                        <a:solidFill>
                          <a:srgbClr val="243E63"/>
                        </a:solidFill>
                        <a:latin typeface="Pretendard"/>
                        <a:cs typeface="Pretendard"/>
                      </a:endParaRPr>
                    </a:p>
                  </a:txBody>
                  <a:tcPr>
                    <a:lnR w="12699">
                      <a:solidFill>
                        <a:srgbClr val="BCD0E8"/>
                      </a:solidFill>
                    </a:lnR>
                    <a:lnT w="12699">
                      <a:solidFill>
                        <a:srgbClr val="BCD0E8"/>
                      </a:solidFill>
                    </a:lnT>
                    <a:lnB w="12699">
                      <a:solidFill>
                        <a:srgbClr val="BCD0E8"/>
                      </a:solidFill>
                    </a:lnB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300">
                        <a:solidFill>
                          <a:srgbClr val="243E63"/>
                        </a:solidFill>
                        <a:latin typeface="Pretendard"/>
                        <a:cs typeface="Pretendard"/>
                      </a:endParaRPr>
                    </a:p>
                  </a:txBody>
                  <a:tcPr anchor="ctr">
                    <a:lnL w="12699" cap="flat" cmpd="sng">
                      <a:solidFill>
                        <a:srgbClr val="BC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9">
                      <a:solidFill>
                        <a:srgbClr val="BCD0E8"/>
                      </a:solidFill>
                    </a:lnR>
                    <a:lnT w="12699">
                      <a:solidFill>
                        <a:srgbClr val="BCD0E8"/>
                      </a:solidFill>
                    </a:lnT>
                    <a:lnB w="12699">
                      <a:solidFill>
                        <a:srgbClr val="BCD0E8"/>
                      </a:solidFill>
                    </a:lnB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300">
                        <a:solidFill>
                          <a:srgbClr val="243E63"/>
                        </a:solidFill>
                        <a:latin typeface="Pretendard"/>
                        <a:cs typeface="Pretendard"/>
                      </a:endParaRPr>
                    </a:p>
                  </a:txBody>
                  <a:tcPr anchor="ctr">
                    <a:lnL w="12699">
                      <a:solidFill>
                        <a:srgbClr val="BCD0E8"/>
                      </a:solidFill>
                    </a:lnL>
                    <a:lnR w="12699">
                      <a:solidFill>
                        <a:srgbClr val="BCD0E8"/>
                      </a:solidFill>
                    </a:lnR>
                    <a:lnT w="12699">
                      <a:solidFill>
                        <a:srgbClr val="BCD0E8"/>
                      </a:solidFill>
                    </a:lnT>
                    <a:lnB w="12699">
                      <a:solidFill>
                        <a:srgbClr val="BCD0E8"/>
                      </a:solidFill>
                    </a:lnB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endParaRPr lang="en-US" sz="1300" dirty="0">
                        <a:solidFill>
                          <a:srgbClr val="243E63"/>
                        </a:solidFill>
                        <a:latin typeface="Pretendard"/>
                        <a:cs typeface="Pretendard"/>
                      </a:endParaRPr>
                    </a:p>
                  </a:txBody>
                  <a:tcPr anchor="ctr">
                    <a:lnL w="12699">
                      <a:solidFill>
                        <a:srgbClr val="BCD0E8"/>
                      </a:solidFill>
                    </a:lnL>
                    <a:lnR w="12699">
                      <a:solidFill>
                        <a:srgbClr val="BCD0E8"/>
                      </a:solidFill>
                    </a:lnR>
                    <a:lnT w="12699">
                      <a:solidFill>
                        <a:srgbClr val="BCD0E8"/>
                      </a:solidFill>
                    </a:lnT>
                    <a:lnB w="12699">
                      <a:solidFill>
                        <a:srgbClr val="BCD0E8"/>
                      </a:solidFill>
                    </a:lnB>
                    <a:solidFill>
                      <a:srgbClr val="EF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082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243E63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전원</a:t>
                      </a:r>
                      <a:endParaRPr sz="1600" b="1">
                        <a:solidFill>
                          <a:srgbClr val="243E63"/>
                        </a:solidFill>
                        <a:latin typeface="Pretendard"/>
                        <a:cs typeface="Pretendard"/>
                      </a:endParaRPr>
                    </a:p>
                  </a:txBody>
                  <a:tcPr>
                    <a:lnR w="12699">
                      <a:solidFill>
                        <a:srgbClr val="BCD0E8"/>
                      </a:solidFill>
                    </a:lnR>
                    <a:lnT w="12699">
                      <a:solidFill>
                        <a:srgbClr val="BCD0E8"/>
                      </a:solidFill>
                    </a:lnT>
                    <a:lnB w="12699">
                      <a:solidFill>
                        <a:srgbClr val="BCD0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sz="1300">
                        <a:solidFill>
                          <a:srgbClr val="243E63"/>
                        </a:solidFill>
                        <a:latin typeface="Pretendard"/>
                        <a:cs typeface="Pretendard"/>
                      </a:endParaRPr>
                    </a:p>
                  </a:txBody>
                  <a:tcPr anchor="ctr">
                    <a:lnL w="12699" cap="flat" cmpd="sng">
                      <a:solidFill>
                        <a:srgbClr val="BC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9">
                      <a:solidFill>
                        <a:srgbClr val="BCD0E8"/>
                      </a:solidFill>
                    </a:lnR>
                    <a:lnT w="12699">
                      <a:solidFill>
                        <a:srgbClr val="BCD0E8"/>
                      </a:solidFill>
                    </a:lnT>
                    <a:lnB w="12699">
                      <a:solidFill>
                        <a:srgbClr val="BCD0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sz="1300">
                        <a:solidFill>
                          <a:srgbClr val="243E63"/>
                        </a:solidFill>
                        <a:latin typeface="Pretendard"/>
                        <a:cs typeface="Pretendard"/>
                      </a:endParaRPr>
                    </a:p>
                  </a:txBody>
                  <a:tcPr anchor="ctr">
                    <a:lnL w="12699">
                      <a:solidFill>
                        <a:srgbClr val="BCD0E8"/>
                      </a:solidFill>
                    </a:lnL>
                    <a:lnR w="12699">
                      <a:solidFill>
                        <a:srgbClr val="BCD0E8"/>
                      </a:solidFill>
                    </a:lnR>
                    <a:lnT w="12699">
                      <a:solidFill>
                        <a:srgbClr val="BCD0E8"/>
                      </a:solidFill>
                    </a:lnT>
                    <a:lnB w="12699">
                      <a:solidFill>
                        <a:srgbClr val="BCD0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300" dirty="0">
                        <a:solidFill>
                          <a:srgbClr val="243E63"/>
                        </a:solidFill>
                        <a:latin typeface="Pretendard"/>
                        <a:cs typeface="Pretendard"/>
                      </a:endParaRPr>
                    </a:p>
                  </a:txBody>
                  <a:tcPr anchor="ctr">
                    <a:lnL w="12699">
                      <a:solidFill>
                        <a:srgbClr val="BCD0E8"/>
                      </a:solidFill>
                    </a:lnL>
                    <a:lnR w="12699">
                      <a:solidFill>
                        <a:srgbClr val="BCD0E8"/>
                      </a:solidFill>
                    </a:lnR>
                    <a:lnT w="12699">
                      <a:solidFill>
                        <a:srgbClr val="BCD0E8"/>
                      </a:solidFill>
                    </a:lnT>
                    <a:lnB w="12699">
                      <a:solidFill>
                        <a:srgbClr val="BCD0E8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0820">
                <a:tc>
                  <a:txBody>
                    <a:bodyPr/>
                    <a:lstStyle/>
                    <a:p>
                      <a:pPr algn="l"/>
                      <a:r>
                        <a:rPr lang="ko-KR" sz="1300" b="1">
                          <a:solidFill>
                            <a:srgbClr val="243E63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가격</a:t>
                      </a:r>
                      <a:r>
                        <a:rPr lang="en-US" sz="1300" b="1">
                          <a:solidFill>
                            <a:srgbClr val="243E63"/>
                          </a:solidFill>
                          <a:latin typeface="Pretendard"/>
                          <a:ea typeface="Pretendard"/>
                          <a:cs typeface="Pretendard"/>
                        </a:rPr>
                        <a:t>(</a:t>
                      </a:r>
                      <a:r>
                        <a:rPr sz="1300" b="1">
                          <a:solidFill>
                            <a:srgbClr val="243E63"/>
                          </a:solidFill>
                          <a:latin typeface="Pretendard"/>
                          <a:ea typeface="Pretendard"/>
                          <a:cs typeface="Pretendard"/>
                        </a:rPr>
                        <a:t>VAT 미포함</a:t>
                      </a:r>
                      <a:r>
                        <a:rPr lang="en-US" sz="1300" b="1">
                          <a:solidFill>
                            <a:srgbClr val="243E63"/>
                          </a:solidFill>
                          <a:latin typeface="Pretendard"/>
                          <a:ea typeface="Pretendard"/>
                          <a:cs typeface="Pretendard"/>
                        </a:rPr>
                        <a:t>)</a:t>
                      </a:r>
                      <a:endParaRPr sz="1300" b="1">
                        <a:solidFill>
                          <a:srgbClr val="243E63"/>
                        </a:solidFill>
                        <a:latin typeface="Pretendard"/>
                        <a:cs typeface="Pretendard"/>
                      </a:endParaRPr>
                    </a:p>
                  </a:txBody>
                  <a:tcPr>
                    <a:lnR w="12699">
                      <a:solidFill>
                        <a:srgbClr val="BCD0E8"/>
                      </a:solidFill>
                    </a:lnR>
                    <a:lnT w="12699">
                      <a:solidFill>
                        <a:srgbClr val="BCD0E8"/>
                      </a:solidFill>
                    </a:lnT>
                    <a:lnB w="12699">
                      <a:solidFill>
                        <a:srgbClr val="BCD0E8"/>
                      </a:solidFill>
                    </a:lnB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300" b="1">
                        <a:solidFill>
                          <a:srgbClr val="114A9F"/>
                        </a:solidFill>
                        <a:latin typeface="Pretendard"/>
                        <a:cs typeface="Pretendard"/>
                      </a:endParaRPr>
                    </a:p>
                  </a:txBody>
                  <a:tcPr anchor="ctr">
                    <a:lnL w="12699" cap="flat" cmpd="sng">
                      <a:solidFill>
                        <a:srgbClr val="BC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9">
                      <a:solidFill>
                        <a:srgbClr val="BCD0E8"/>
                      </a:solidFill>
                    </a:lnR>
                    <a:lnT w="12699">
                      <a:solidFill>
                        <a:srgbClr val="BCD0E8"/>
                      </a:solidFill>
                    </a:lnT>
                    <a:lnB w="12699">
                      <a:solidFill>
                        <a:srgbClr val="BCD0E8"/>
                      </a:solidFill>
                    </a:lnB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300" b="1">
                        <a:solidFill>
                          <a:srgbClr val="114A9F"/>
                        </a:solidFill>
                        <a:latin typeface="Pretendard"/>
                        <a:cs typeface="Pretendard"/>
                      </a:endParaRPr>
                    </a:p>
                  </a:txBody>
                  <a:tcPr anchor="ctr">
                    <a:lnL w="12699">
                      <a:solidFill>
                        <a:srgbClr val="BCD0E8"/>
                      </a:solidFill>
                    </a:lnL>
                    <a:lnR w="12699">
                      <a:solidFill>
                        <a:srgbClr val="BCD0E8"/>
                      </a:solidFill>
                    </a:lnR>
                    <a:lnT w="12699">
                      <a:solidFill>
                        <a:srgbClr val="BCD0E8"/>
                      </a:solidFill>
                    </a:lnT>
                    <a:lnB w="12699">
                      <a:solidFill>
                        <a:srgbClr val="BCD0E8"/>
                      </a:solidFill>
                    </a:lnB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endParaRPr lang="en-US" sz="1300" b="1" dirty="0">
                        <a:solidFill>
                          <a:srgbClr val="114A9F"/>
                        </a:solidFill>
                        <a:latin typeface="Pretendard"/>
                        <a:cs typeface="Pretendard"/>
                      </a:endParaRPr>
                    </a:p>
                  </a:txBody>
                  <a:tcPr anchor="ctr">
                    <a:lnL w="12699">
                      <a:solidFill>
                        <a:srgbClr val="BCD0E8"/>
                      </a:solidFill>
                    </a:lnL>
                    <a:lnR w="12699">
                      <a:solidFill>
                        <a:srgbClr val="BCD0E8"/>
                      </a:solidFill>
                    </a:lnR>
                    <a:lnT w="12699">
                      <a:solidFill>
                        <a:srgbClr val="BCD0E8"/>
                      </a:solidFill>
                    </a:lnT>
                    <a:lnB w="12699">
                      <a:solidFill>
                        <a:srgbClr val="BCD0E8"/>
                      </a:solidFill>
                    </a:lnB>
                    <a:solidFill>
                      <a:srgbClr val="EF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082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243E63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납기</a:t>
                      </a:r>
                      <a:endParaRPr sz="1600" b="1">
                        <a:solidFill>
                          <a:srgbClr val="243E63"/>
                        </a:solidFill>
                        <a:latin typeface="Pretendard"/>
                        <a:cs typeface="Pretendard"/>
                      </a:endParaRPr>
                    </a:p>
                  </a:txBody>
                  <a:tcPr>
                    <a:lnR w="12699">
                      <a:solidFill>
                        <a:srgbClr val="BCD0E8"/>
                      </a:solidFill>
                    </a:lnR>
                    <a:lnT w="12699">
                      <a:solidFill>
                        <a:srgbClr val="BCD0E8"/>
                      </a:solidFill>
                    </a:lnT>
                    <a:lnB w="12699">
                      <a:solidFill>
                        <a:srgbClr val="BCD0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sz="1300">
                        <a:solidFill>
                          <a:srgbClr val="243E63"/>
                        </a:solidFill>
                        <a:latin typeface="Pretendard"/>
                        <a:cs typeface="Pretendard"/>
                      </a:endParaRPr>
                    </a:p>
                  </a:txBody>
                  <a:tcPr anchor="ctr">
                    <a:lnL w="12699" cap="flat" cmpd="sng">
                      <a:solidFill>
                        <a:srgbClr val="BC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9">
                      <a:solidFill>
                        <a:srgbClr val="BCD0E8"/>
                      </a:solidFill>
                    </a:lnR>
                    <a:lnT w="12699">
                      <a:solidFill>
                        <a:srgbClr val="BCD0E8"/>
                      </a:solidFill>
                    </a:lnT>
                    <a:lnB w="12699">
                      <a:solidFill>
                        <a:srgbClr val="BCD0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sz="1300">
                        <a:solidFill>
                          <a:srgbClr val="243E63"/>
                        </a:solidFill>
                        <a:latin typeface="Pretendard"/>
                        <a:cs typeface="Pretendard"/>
                      </a:endParaRPr>
                    </a:p>
                  </a:txBody>
                  <a:tcPr anchor="ctr">
                    <a:lnL w="12699">
                      <a:solidFill>
                        <a:srgbClr val="BCD0E8"/>
                      </a:solidFill>
                    </a:lnL>
                    <a:lnR w="12699">
                      <a:solidFill>
                        <a:srgbClr val="BCD0E8"/>
                      </a:solidFill>
                    </a:lnR>
                    <a:lnT w="12699">
                      <a:solidFill>
                        <a:srgbClr val="BCD0E8"/>
                      </a:solidFill>
                    </a:lnT>
                    <a:lnB w="12699">
                      <a:solidFill>
                        <a:srgbClr val="BCD0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sz="1300" dirty="0">
                        <a:solidFill>
                          <a:srgbClr val="243E63"/>
                        </a:solidFill>
                        <a:latin typeface="Pretendard"/>
                        <a:cs typeface="Pretendard"/>
                      </a:endParaRPr>
                    </a:p>
                  </a:txBody>
                  <a:tcPr anchor="ctr">
                    <a:lnL w="12699">
                      <a:solidFill>
                        <a:srgbClr val="BCD0E8"/>
                      </a:solidFill>
                    </a:lnL>
                    <a:lnR w="12699">
                      <a:solidFill>
                        <a:srgbClr val="BCD0E8"/>
                      </a:solidFill>
                    </a:lnR>
                    <a:lnT w="12699">
                      <a:solidFill>
                        <a:srgbClr val="BCD0E8"/>
                      </a:solidFill>
                    </a:lnT>
                    <a:lnB w="12699">
                      <a:solidFill>
                        <a:srgbClr val="BCD0E8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082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243E63"/>
                          </a:solidFill>
                          <a:latin typeface="Pretendard"/>
                          <a:ea typeface="Pretendard"/>
                          <a:cs typeface="Pretendard"/>
                        </a:rPr>
                        <a:t>특이사항</a:t>
                      </a:r>
                      <a:endParaRPr sz="1600" b="1">
                        <a:solidFill>
                          <a:srgbClr val="243E63"/>
                        </a:solidFill>
                        <a:latin typeface="Pretendard"/>
                        <a:cs typeface="Pretendard"/>
                      </a:endParaRPr>
                    </a:p>
                  </a:txBody>
                  <a:tcPr>
                    <a:lnR w="12699">
                      <a:solidFill>
                        <a:srgbClr val="BCD0E8"/>
                      </a:solidFill>
                    </a:lnR>
                    <a:lnT w="12699">
                      <a:solidFill>
                        <a:srgbClr val="BCD0E8"/>
                      </a:solidFill>
                    </a:lnT>
                    <a:lnB w="12699">
                      <a:solidFill>
                        <a:srgbClr val="BCD0E8"/>
                      </a:solidFill>
                    </a:lnB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300" b="1">
                        <a:solidFill>
                          <a:srgbClr val="FF0000"/>
                        </a:solidFill>
                        <a:latin typeface="Pretendard"/>
                        <a:cs typeface="Pretendard"/>
                      </a:endParaRPr>
                    </a:p>
                  </a:txBody>
                  <a:tcPr anchor="ctr">
                    <a:lnL w="12699" cap="flat" cmpd="sng">
                      <a:solidFill>
                        <a:srgbClr val="BC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9">
                      <a:solidFill>
                        <a:srgbClr val="BCD0E8"/>
                      </a:solidFill>
                    </a:lnR>
                    <a:lnT w="12699">
                      <a:solidFill>
                        <a:srgbClr val="BCD0E8"/>
                      </a:solidFill>
                    </a:lnT>
                    <a:lnB w="12699">
                      <a:solidFill>
                        <a:srgbClr val="BCD0E8"/>
                      </a:solidFill>
                    </a:lnB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300">
                        <a:solidFill>
                          <a:srgbClr val="243E63"/>
                        </a:solidFill>
                        <a:latin typeface="Pretendard"/>
                        <a:cs typeface="Pretendard"/>
                      </a:endParaRPr>
                    </a:p>
                  </a:txBody>
                  <a:tcPr anchor="ctr">
                    <a:lnL w="12699">
                      <a:solidFill>
                        <a:srgbClr val="BCD0E8"/>
                      </a:solidFill>
                    </a:lnL>
                    <a:lnR w="12699">
                      <a:solidFill>
                        <a:srgbClr val="BCD0E8"/>
                      </a:solidFill>
                    </a:lnR>
                    <a:lnT w="12699">
                      <a:solidFill>
                        <a:srgbClr val="BCD0E8"/>
                      </a:solidFill>
                    </a:lnT>
                    <a:lnB w="12699">
                      <a:solidFill>
                        <a:srgbClr val="BCD0E8"/>
                      </a:solidFill>
                    </a:lnB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300" dirty="0">
                        <a:solidFill>
                          <a:srgbClr val="243E63"/>
                        </a:solidFill>
                        <a:latin typeface="Pretendard"/>
                        <a:cs typeface="Pretendard"/>
                      </a:endParaRPr>
                    </a:p>
                  </a:txBody>
                  <a:tcPr anchor="ctr">
                    <a:lnL w="12699">
                      <a:solidFill>
                        <a:srgbClr val="BCD0E8"/>
                      </a:solidFill>
                    </a:lnL>
                    <a:lnR w="12699">
                      <a:solidFill>
                        <a:srgbClr val="BCD0E8"/>
                      </a:solidFill>
                    </a:lnR>
                    <a:lnT w="12699">
                      <a:solidFill>
                        <a:srgbClr val="BCD0E8"/>
                      </a:solidFill>
                    </a:lnT>
                    <a:lnB w="12699">
                      <a:solidFill>
                        <a:srgbClr val="BCD0E8"/>
                      </a:solidFill>
                    </a:lnB>
                    <a:solidFill>
                      <a:srgbClr val="EF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rcRect r="58738"/>
          <a:stretch>
            <a:fillRect/>
          </a:stretch>
        </p:blipFill>
        <p:spPr>
          <a:xfrm>
            <a:off x="211633" y="6540836"/>
            <a:ext cx="804367" cy="23392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>
          <a:solidFill>
            <a:schemeClr val="phClr"/>
          </a:solidFill>
          <a:prstDash val="solid"/>
          <a:miter/>
        </a:ln>
        <a:ln w="12700" cap="flat" cmpd="sng">
          <a:solidFill>
            <a:schemeClr val="phClr"/>
          </a:solidFill>
          <a:prstDash val="solid"/>
          <a:miter/>
        </a:ln>
        <a:ln w="19050" cap="flat" cmpd="sng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>
          <a:solidFill>
            <a:schemeClr val="phClr"/>
          </a:solidFill>
          <a:prstDash val="solid"/>
          <a:miter/>
        </a:ln>
        <a:ln w="12700" cap="flat" cmpd="sng">
          <a:solidFill>
            <a:schemeClr val="phClr"/>
          </a:solidFill>
          <a:prstDash val="solid"/>
          <a:miter/>
        </a:ln>
        <a:ln w="19050" cap="flat" cmpd="sng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453</TotalTime>
  <Words>68</Words>
  <Application>Microsoft Office PowerPoint</Application>
  <PresentationFormat>와이드스크린</PresentationFormat>
  <Paragraphs>24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0" baseType="lpstr">
      <vt:lpstr>Pretendard Black</vt:lpstr>
      <vt:lpstr>Arial</vt:lpstr>
      <vt:lpstr>Pretendard ExtraBold</vt:lpstr>
      <vt:lpstr>Pretendard Medium</vt:lpstr>
      <vt:lpstr>Pretendard</vt:lpstr>
      <vt:lpstr>Pretendard SemiBold</vt:lpstr>
      <vt:lpstr>Office Theme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장 민규</cp:lastModifiedBy>
  <cp:revision>156</cp:revision>
  <dcterms:created xsi:type="dcterms:W3CDTF">2012-12-03T06:56:55Z</dcterms:created>
  <dcterms:modified xsi:type="dcterms:W3CDTF">2026-10-23T09:07:02Z</dcterms:modified>
</cp:coreProperties>
</file>